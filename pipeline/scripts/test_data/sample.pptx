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产品演示文稿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欢迎查看我们的产品系列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技术规格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值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型号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TC-2000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功率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1500W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